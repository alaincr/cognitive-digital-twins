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Notes that fade (store + forget)</c:v>
                </c:pt>
              </c:strCache>
            </c:strRef>
          </c:tx>
          <c:spPr>
            <a:solidFill>
              <a:srgbClr val="9AA8AF"/>
            </a:solidFill>
            <a:ln w="38100" cap="flat">
              <a:solidFill>
                <a:srgbClr val="9AA8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8AF"/>
              </a:solidFill>
              <a:ln w="9525" cap="flat">
                <a:solidFill>
                  <a:srgbClr val="9AA8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M6</c:v>
                  </c:pt>
                  <c:pt idx="2">
                    <c:v>M12</c:v>
                  </c:pt>
                  <c:pt idx="3">
                    <c:v>M18</c:v>
                  </c:pt>
                  <c:pt idx="4">
                    <c:v>M24</c:v>
                  </c:pt>
                  <c:pt idx="5">
                    <c:v>M30</c:v>
                  </c:pt>
                  <c:pt idx="6">
                    <c:v>M36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22</c:v>
                </c:pt>
                <c:pt idx="2">
                  <c:v>30</c:v>
                </c:pt>
                <c:pt idx="3">
                  <c:v>35</c:v>
                </c:pt>
                <c:pt idx="4">
                  <c:v>38</c:v>
                </c:pt>
                <c:pt idx="5">
                  <c:v>40</c:v>
                </c:pt>
                <c:pt idx="6">
                  <c:v>41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Knowledge that compounds (connect + revisit + summarize)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M6</c:v>
                  </c:pt>
                  <c:pt idx="2">
                    <c:v>M12</c:v>
                  </c:pt>
                  <c:pt idx="3">
                    <c:v>M18</c:v>
                  </c:pt>
                  <c:pt idx="4">
                    <c:v>M24</c:v>
                  </c:pt>
                  <c:pt idx="5">
                    <c:v>M30</c:v>
                  </c:pt>
                  <c:pt idx="6">
                    <c:v>M36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</c:v>
                </c:pt>
                <c:pt idx="1">
                  <c:v>26</c:v>
                </c:pt>
                <c:pt idx="2">
                  <c:v>48</c:v>
                </c:pt>
                <c:pt idx="3">
                  <c:v>78</c:v>
                </c:pt>
                <c:pt idx="4">
                  <c:v>118</c:v>
                </c:pt>
                <c:pt idx="5">
                  <c:v>170</c:v>
                </c:pt>
                <c:pt idx="6">
                  <c:v>235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C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is about a kind of memory, not an app demo. Three promises: self-insight, fair research, compounding. Everything that follows hangs off those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Densen figure is a projection, say 'projected'. The point is the gap between the growth curve and the forgetting curve. Land the last line: storage is not the same as compounding.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system in one slide. Notebook = immutable record. Librarian = the knowledge graph. Skeptical colleague = the belief layer. No jargon needed beyond these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verbs: connects, checks, remembers, grows. The 'fixed menu' point is the honest answer to hallucination worries — the helpers classify, they do not write prose into your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Self-insight = your data plus the trails of your own attention. The third row is the sleeper benefit: a memory that resurfaces what you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claim card: supports, opposes, current stance with a date. The stance is computed from the evidence, and it changes when the evidence does — that is the 'living'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chart is illustrative. The mechanism behind the curve: nothing lost, everything connected, conclusions reused, summaries forming as topics mature — interest on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slide. Precise undo is the unusual one: most systems can't answer 'what did that bad source contaminate?'. Here it's a built-in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 the 'one big oracle' mental model. Four steps: narrow questions, measured confidence with abstention, cross-family agreement, escalation with human gates. The bench line lands the accountability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the vignette: the human contribution is judgment, thirty seconds of it — and that judgment compounds because the system never forgets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audiences, one mechanism. The committee card is the institutional version of the same belief-revision machinery.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disclaimer woven into the promise: prototype, not a device; humans decide. The machine's job is memory, fairness, and receipts.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B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PRESENTATION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Memory That Compounds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D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knowledge companion for medicine — for self-insight, for research,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D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for understanding that grows over time instead of fading.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405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Mnemosyne project · concept overview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moves faster than memory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curves pulling apart — and your notes are caught in between.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499360" cy="2286000"/>
          </a:xfrm>
          <a:prstGeom prst="roundRect">
            <a:avLst>
              <a:gd name="adj" fmla="val 3600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81912"/>
            <a:ext cx="222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~73 days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404872"/>
            <a:ext cx="213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doubling time of medical knowledge (Densen, 2011) — what you learned in training is a snapshot, not a foundation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2320" y="1417320"/>
            <a:ext cx="2499360" cy="2286000"/>
          </a:xfrm>
          <a:prstGeom prst="roundRect">
            <a:avLst>
              <a:gd name="adj" fmla="val 3600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9480" y="1581912"/>
            <a:ext cx="222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minute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05200" y="2404872"/>
            <a:ext cx="213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the pace of new biomedical papers indexed — no human reading schedule keeps up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1720" y="1417320"/>
            <a:ext cx="2499360" cy="2286000"/>
          </a:xfrm>
          <a:prstGeom prst="roundRect">
            <a:avLst>
              <a:gd name="adj" fmla="val 3600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8880" y="1581912"/>
            <a:ext cx="222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24600" y="2404872"/>
            <a:ext cx="213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unreviewed detail survives in human memory — the forgetting curve never signed up for modern medicine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0690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apps store words. Chatbots forget you between conversations — and sometimes invent. Neither one compounds.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idea: a memory that keeps its receipts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three colleagues fused into one quiet companion.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8191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72364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258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 notebook that never overwrites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80160" y="167335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fact, source, and change of mind is kept and date-stamped. Updating a belief never erases the old one — you can always look back at what you used to think, and why.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302209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6243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librarian who connects everything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28016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note is broken into small, precise statements and linked to the people, drugs, trials, and concepts it mentions — so related things actually find each other.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417880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432054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922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skeptical colleague who argues fairly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280160" y="427024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carry their evidence for and against. When something new arrives, it is weighed against what you currently believe — and disagreements are surfaced, not smoothed over.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actually does, in plain words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859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350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Connects, automatically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190195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material is split into atomic statements and woven into your existing map — the same drug, article, or trial always lands in the same place.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4859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350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in tiny steps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10328" y="190195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swarm of small AI helpers makes micro-decisions: does this support that claim? Are these two names the same thing? Each answer comes from a fixed menu — never free-form invention.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1546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518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3009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why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04088" y="386791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keeps its receipts: which source, which helper, which day. 'Why do we believe this?' is always one question away.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1546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337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518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3009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summaries by itself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10328" y="386791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topic thickens, the system proposes a summary of it — a permanent note distilled from the pieces, with links back to all of them.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 1 — Self-insight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experience becomes a map you can actually read.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8191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72364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258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surface from your own records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80160" y="167335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diaries, sleep, medication changes, training notes — connected over months, the patterns you could never hold in your head become visible paths.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302209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6243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notices what you keep returning to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28016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trails you walk most — the questions, papers, and cases you revisit — become first-class signposts: this is what actually matters to you.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417880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432054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922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you have quietly abandoned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280160" y="427024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corners of the map are surfaced too: the half-finished question from March, the contradiction you postponed. Nothing depends on you remembering to remember.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 2 — Research that argues fairly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a living scoreboard, not a frozen sentence.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663440" cy="3200400"/>
          </a:xfrm>
          <a:prstGeom prst="roundRect">
            <a:avLst>
              <a:gd name="adj" fmla="val 2571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“Drug X reduces readmission in heart-failure patients over 65.”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Supports: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RCT 2024 (n=1,840) · registry study 2025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Opposes: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re-analysis 2026 (renal impairment)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stance: </a:t>
            </a:r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holds, with a flagged exception — confidence updated 3 days ago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18196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2412" y="196138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0" y="1417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 is weighed in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217920" y="1764792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paper is matched to the claims it touches and filed as support, opposition, or refinement.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40680" y="34655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412" y="360730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17920" y="3063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surface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217920" y="3410712"/>
            <a:ext cx="2377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stop hiding in separate folders — they meet on the same claim, where you can see them.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 3 — Knowledge that compounds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illustration, not a measurement: what changes when nothing is lost and everything connects.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234440"/>
          <a:ext cx="52120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3258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44768" y="1472184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conclusion becomes a building block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44768" y="1892808"/>
            <a:ext cx="23408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questions stop being re-litigated — they become the floor the next question stands 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31546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44768" y="3300984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crystallize on their own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44768" y="3721608"/>
            <a:ext cx="23408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topic thickens, the system drafts the permanent note — you confirm it in seconds.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trust: receipts, rewind, and precise undo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medicine, 'just trust the AI' is not an answer. This is the alternative.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8191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72364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258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— why do we believe this?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80160" y="167335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traces to its sources and to every step that touched it. The answer to 'says who?' is a click, not an archaeology project.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302209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6243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Rewind — what did we believe before?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28016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is date-stamped and never overwritten. You can replay your understanding as of any past moment — before that trial, before that correction.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417880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432054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922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undo — when something proves unreliable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280160" y="427024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source or an AI helper turns out to be biased, everything it ever touched can be found, unwound, and re-checked in one sweep — without losing the history of the mistake.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Careful AI: many small helpers, no oracle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measured, never self-declared — and humans keep the final word.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746504" cy="2468880"/>
          </a:xfrm>
          <a:prstGeom prst="roundRect">
            <a:avLst>
              <a:gd name="adj" fmla="val 4188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5361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512" y="20482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questions only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2615184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helper answers one narrow question from a fixed menu of labels — never free prose into your knowledge.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3774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33472" y="1371600"/>
            <a:ext cx="1746504" cy="2468880"/>
          </a:xfrm>
          <a:prstGeom prst="roundRect">
            <a:avLst>
              <a:gd name="adj" fmla="val 4188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98064" y="15361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798064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98064" y="20482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measured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98064" y="2615184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computes how sure the helper really is. Not sure enough? The answer is simply not used.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16552" y="23774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64024" y="1371600"/>
            <a:ext cx="1746504" cy="2468880"/>
          </a:xfrm>
          <a:prstGeom prst="roundRect">
            <a:avLst>
              <a:gd name="adj" fmla="val 4188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28616" y="15361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28616" y="20482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28616" y="2615184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calls need independent helpers from different AI families to agree — disagreement escalates.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47104" y="23774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94576" y="1371600"/>
            <a:ext cx="1746504" cy="2468880"/>
          </a:xfrm>
          <a:prstGeom prst="roundRect">
            <a:avLst>
              <a:gd name="adj" fmla="val 4188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59168" y="15361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059168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59168" y="20482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59168" y="2615184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cases go to a stronger model; the most sensitive ones go to a human. Spot-checks run continuously.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helper drifts, it is benched — and everything it decided can be reviewed.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morning with it: Dr. M., cardiologist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seconds of attention, permanently invested.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746504" cy="2468880"/>
          </a:xfrm>
          <a:prstGeom prst="roundRect">
            <a:avLst>
              <a:gd name="adj" fmla="val 4188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5361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512" y="20482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07:40 — a paper lands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2615184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Overnight, a new heart-failure study was read, split into precise statements, and linked into her map.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3774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33472" y="1371600"/>
            <a:ext cx="1746504" cy="2468880"/>
          </a:xfrm>
          <a:prstGeom prst="roundRect">
            <a:avLst>
              <a:gd name="adj" fmla="val 4188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98064" y="15361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798064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98064" y="20482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07:41 — a flag, not a feed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98064" y="2615184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contradicts a dosing claim she relies on in clinic. The conflict is shown on the claim itself, receipts attached.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16552" y="23774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64024" y="1371600"/>
            <a:ext cx="1746504" cy="2468880"/>
          </a:xfrm>
          <a:prstGeom prst="roundRect">
            <a:avLst>
              <a:gd name="adj" fmla="val 4188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28616" y="15361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928616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28616" y="20482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07:42 — a drafted update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28616" y="2615184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revised summary of the topic is proposed, with the new exception spelled out and every source linked.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47104" y="237744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C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94576" y="1371600"/>
            <a:ext cx="1746504" cy="2468880"/>
          </a:xfrm>
          <a:prstGeom prst="roundRect">
            <a:avLst>
              <a:gd name="adj" fmla="val 4188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59168" y="15361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059168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59168" y="20482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07:43 — she decides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59168" y="2615184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confirms, edits one line, moves on. The correction is permanent, dated, and will inform every future question.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45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changes the day-to-day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859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350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190195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lifelong-learning companion: guidelines, exceptions, and your own case experience in one connected, current memory.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4859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3502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10328" y="190195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review: every claim in the field with its evidence scoreboard, updated as papers arrive — instead of a systematic review that ages from day one.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1546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518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3009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long-term conditions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04088" y="386791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symptoms, treatments, and reactions organized into patterns with receipts — better questions, better conversations with your doctor.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1546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0F9F8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337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518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3009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04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and review committees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10328" y="3867912"/>
            <a:ext cx="35295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detection: the moment accumulating evidence starts contradicting a standing recommendation, the tension is visible — with the full trail.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B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WORDS, THEN THE 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advances one corrected belief at a time.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D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memory built for exactly that. A research prototype today — not a medical device; humans make every clinical call. What it offers is the part machines should do: never forgetting, never hiding a contradiction, and keeping every receipt.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6405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Mnemosyne project · concept overview ·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Memory That Compounds</dc:title>
  <dc:subject>PptxGenJS Presentation</dc:subject>
  <dc:creator>Mnemosyne project</dc:creator>
  <cp:lastModifiedBy>Mnemosyne project</cp:lastModifiedBy>
  <cp:revision>1</cp:revision>
  <dcterms:created xsi:type="dcterms:W3CDTF">2026-06-12T07:55:52Z</dcterms:created>
  <dcterms:modified xsi:type="dcterms:W3CDTF">2026-06-12T07:55:52Z</dcterms:modified>
</cp:coreProperties>
</file>